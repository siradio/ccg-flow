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adio DIALLO" userId="bdf66b58-a637-40c0-821a-9c43b9fb1a6e" providerId="ADAL" clId="{E44FAFD6-C036-4B82-995C-FCCC92A65483}"/>
    <pc:docChg chg="modSld">
      <pc:chgData name="Siradio DIALLO" userId="bdf66b58-a637-40c0-821a-9c43b9fb1a6e" providerId="ADAL" clId="{E44FAFD6-C036-4B82-995C-FCCC92A65483}" dt="2026-08-04T12:05:00.636" v="1" actId="20577"/>
      <pc:docMkLst>
        <pc:docMk/>
      </pc:docMkLst>
      <pc:sldChg chg="modSp mod">
        <pc:chgData name="Siradio DIALLO" userId="bdf66b58-a637-40c0-821a-9c43b9fb1a6e" providerId="ADAL" clId="{E44FAFD6-C036-4B82-995C-FCCC92A65483}" dt="2026-08-04T12:05:00.636" v="1" actId="20577"/>
        <pc:sldMkLst>
          <pc:docMk/>
          <pc:sldMk cId="0" sldId="256"/>
        </pc:sldMkLst>
        <pc:spChg chg="mod">
          <ac:chgData name="Siradio DIALLO" userId="bdf66b58-a637-40c0-821a-9c43b9fb1a6e" providerId="ADAL" clId="{E44FAFD6-C036-4B82-995C-FCCC92A65483}" dt="2026-08-04T12:05:00.636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32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6035040" cy="6035040"/>
          </a:xfrm>
          <a:prstGeom prst="ellipse">
            <a:avLst/>
          </a:prstGeom>
          <a:solidFill>
            <a:srgbClr val="1726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75520" y="3291840"/>
            <a:ext cx="4572000" cy="4572000"/>
          </a:xfrm>
          <a:prstGeom prst="ellipse">
            <a:avLst/>
          </a:prstGeom>
          <a:solidFill>
            <a:srgbClr val="1320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2960" y="731520"/>
            <a:ext cx="13716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31456B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C:\Users\SiradioDIALLO\AppData\Local\Temp\claude\C--Users-SiradioDIALLO-OneDrive---barkeyconsulting-Code-Claude-erp-ccg\acbaf754-894f-4906-9ff4-d08c9bc92c7b\scratchpad\presentation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859536"/>
            <a:ext cx="107899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CCG FLOW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" y="2724912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plateforme, </a:t>
            </a:r>
            <a:r>
              <a:rPr lang="en-US" sz="5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métiers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L'ERP centralisé du groupe CCG — présentation des modules et de la feuille de route.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1248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FA3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841248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408176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1408176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975104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1975104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42032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7A2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2542032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108960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10896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75888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B30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675888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42816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44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242816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2064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valeurs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socle commun, des modules qui se répondent</a:t>
            </a:r>
            <a:endParaRPr lang="en-US" sz="3000" dirty="0"/>
          </a:p>
        </p:txBody>
      </p:sp>
      <p:pic>
        <p:nvPicPr>
          <p:cNvPr id="4" name="Image 0" descr="C:\Users\SiradioDIALLO\AppData\Local\Temp\claude\C--Users-SiradioDIALLO-OneDrive---barkeyconsulting-Code-Claude-erp-ccg\acbaf754-894f-4906-9ff4-d08c9bc92c7b\scratchpad\presentation\pres3\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720840" cy="4200525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54380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563EB"/>
          </a:solidFill>
          <a:ln/>
          <a:effectLst>
            <a:outerShdw blurRad="1016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901952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75320" y="17465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unifié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75320" y="2112264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Achats, RH, Stock : l'activité du groupe en un coup d'œil.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543800" y="326440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488"/>
          </a:solidFill>
          <a:ln/>
          <a:effectLst>
            <a:outerShdw blurRad="1016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338328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5320" y="3227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référentiels partagés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275320" y="359359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Entités, fournisseurs, produits : une seule source de vérité.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543800" y="474573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6A34A"/>
          </a:solidFill>
          <a:ln/>
          <a:effectLst>
            <a:outerShdw blurRad="1016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486460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75320" y="4709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accès par rôle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8275320" y="50749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personne ne voit que les modules qui la concernent.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d'achat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0" y="45720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E8F7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24128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DISPONIBLE</a:t>
            </a:r>
            <a:endParaRPr lang="en-US" sz="1000" dirty="0"/>
          </a:p>
        </p:txBody>
      </p:sp>
      <p:pic>
        <p:nvPicPr>
          <p:cNvPr id="6" name="Image 0" descr="C:\Users\SiradioDIALLO\AppData\Local\Temp\claude\C--Users-SiradioDIALLO-OneDrive---barkeyconsulting-Code-Claude-erp-ccg\acbaf754-894f-4906-9ff4-d08c9bc92c7b\scratchpad\presentation\pres3\achats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040880" cy="4400550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7863840" y="182880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2563EB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3852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22208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 bout en bout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522208" y="215798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de besoin → devis → validations en cascade → bon de commande.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3127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2563EB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323697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22208" y="3099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&amp; multi-devises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522208" y="345643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fournisseurs par email, GNF/USD/EUR, comparaison.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63840" y="4425696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2563EB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53542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22208" y="4398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commande automatique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522208" y="4754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et envoyable au fournisseur en un clic, avec logo et signature.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0" y="45720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E8F7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24128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DISPONIBLE</a:t>
            </a:r>
            <a:endParaRPr lang="en-US" sz="1000" dirty="0"/>
          </a:p>
        </p:txBody>
      </p:sp>
      <p:pic>
        <p:nvPicPr>
          <p:cNvPr id="6" name="Image 0" descr="C:\Users\SiradioDIALLO\AppData\Local\Temp\claude\C--Users-SiradioDIALLO-OneDrive---barkeyconsulting-Code-Claude-erp-ccg\acbaf754-894f-4906-9ff4-d08c9bc92c7b\scratchpad\presentation\pres3\referenti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040880" cy="4400550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7863840" y="182880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3852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22208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du groupe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522208" y="215798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Entités, sites, fournisseurs, produits, machines — partagés par tous les modules.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3127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323697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22208" y="3099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filtres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522208" y="345643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Retrouvez la bonne donnée instantanément (origine, catégorie, entité…).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63840" y="4425696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53542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22208" y="4398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Multi-entités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522208" y="4754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donnée peut servir 1, 2 ou 3 filiales, sans duplication.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0" y="45720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E8F7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24128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DISPONIBLE</a:t>
            </a:r>
            <a:endParaRPr lang="en-US" sz="1000" dirty="0"/>
          </a:p>
        </p:txBody>
      </p:sp>
      <p:pic>
        <p:nvPicPr>
          <p:cNvPr id="6" name="Image 0" descr="C:\Users\SiradioDIALLO\AppData\Local\Temp\claude\C--Users-SiradioDIALLO-OneDrive---barkeyconsulting-Code-Claude-erp-ccg\acbaf754-894f-4906-9ff4-d08c9bc92c7b\scratchpad\presentation\pres3\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040880" cy="4400550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7863840" y="182880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3852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22208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Manuels &amp; templates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522208" y="215798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et modèles officiels, centralisés et toujours à jour.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3127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323697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22208" y="3099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Sous-menus extensibles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522208" y="345643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de nouvelles catégories à la volée (Politiques RH, QHSE…).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63840" y="4425696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53542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22208" y="4398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sécurisé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522208" y="4754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contrôlé par rôle, fichiers stockés en base.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&amp; Événements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0" y="45720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E8F7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24128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DISPONIBLE</a:t>
            </a:r>
            <a:endParaRPr lang="en-US" sz="1000" dirty="0"/>
          </a:p>
        </p:txBody>
      </p:sp>
      <p:pic>
        <p:nvPicPr>
          <p:cNvPr id="6" name="Image 0" descr="C:\Users\SiradioDIALLO\AppData\Local\Temp\claude\C--Users-SiradioDIALLO-OneDrive---barkeyconsulting-Code-Claude-erp-ccg\acbaf754-894f-4906-9ff4-d08c9bc92c7b\scratchpad\presentation\pres3\anno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040880" cy="4400550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7863840" y="182880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C2820A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3852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22208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Actualités du groupe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522208" y="215798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Publiez informations et annonces, visibles par toute l’organisation.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3127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C2820A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323697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22208" y="3099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datés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522208" y="345643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Séminaires, portes ouvertes… avec date et lieu.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63840" y="4425696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C2820A"/>
          </a:solidFill>
          <a:ln/>
          <a:effectLst>
            <a:outerShdw blurRad="88900" dist="38100" dir="5400000" algn="bl" rotWithShape="0">
              <a:srgbClr val="31456B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53542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22208" y="4398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522208" y="4754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 unique, clair, pour fédérer les équipes.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DÉVELOPPEUR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est configurable</a:t>
            </a:r>
            <a:endParaRPr lang="en-US" sz="3000" dirty="0"/>
          </a:p>
        </p:txBody>
      </p:sp>
      <p:pic>
        <p:nvPicPr>
          <p:cNvPr id="4" name="Image 0" descr="C:\Users\SiradioDIALLO\AppData\Local\Temp\claude\C--Users-SiradioDIALLO-OneDrive---barkeyconsulting-Code-Claude-erp-ccg\acbaf754-894f-4906-9ff4-d08c9bc92c7b\scratchpad\presentation\pres3\cfg-branding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4937760" cy="2267712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" y="391363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950976" y="3858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par entité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signature et cachet, par filiale.</a:t>
            </a:r>
            <a:endParaRPr lang="en-US" sz="1100" dirty="0"/>
          </a:p>
        </p:txBody>
      </p:sp>
      <p:pic>
        <p:nvPicPr>
          <p:cNvPr id="7" name="Image 1" descr="C:\Users\SiradioDIALLO\AppData\Local\Temp\claude\C--Users-SiradioDIALLO-OneDrive---barkeyconsulting-Code-Claude-erp-ccg\acbaf754-894f-4906-9ff4-d08c9bc92c7b\scratchpad\presentation\pres3\cfg-smtp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72768"/>
            <a:ext cx="4937760" cy="2267712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217920" y="391363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6528816" y="3858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email (SMTP)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+ test d'envoi.</a:t>
            </a:r>
            <a:endParaRPr lang="en-US" sz="1100" dirty="0"/>
          </a:p>
        </p:txBody>
      </p:sp>
      <p:pic>
        <p:nvPicPr>
          <p:cNvPr id="10" name="Image 2" descr="C:\Users\SiradioDIALLO\AppData\Local\Temp\claude\C--Users-SiradioDIALLO-OneDrive---barkeyconsulting-Code-Claude-erp-ccg\acbaf754-894f-4906-9ff4-d08c9bc92c7b\scratchpad\presentation\pres3\cfg-workflow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51376"/>
            <a:ext cx="4937760" cy="2267712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11" name="Shape 6"/>
          <p:cNvSpPr/>
          <p:nvPr/>
        </p:nvSpPr>
        <p:spPr>
          <a:xfrm>
            <a:off x="640080" y="649224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7"/>
          <p:cNvSpPr/>
          <p:nvPr/>
        </p:nvSpPr>
        <p:spPr>
          <a:xfrm>
            <a:off x="950976" y="64373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Étapes, rôles requis et seuils.</a:t>
            </a:r>
            <a:endParaRPr lang="en-US" sz="1100" dirty="0"/>
          </a:p>
        </p:txBody>
      </p:sp>
      <p:pic>
        <p:nvPicPr>
          <p:cNvPr id="13" name="Image 3" descr="C:\Users\SiradioDIALLO\AppData\Local\Temp\claude\C--Users-SiradioDIALLO-OneDrive---barkeyconsulting-Code-Claude-erp-ccg\acbaf754-894f-4906-9ff4-d08c9bc92c7b\scratchpad\presentation\pres3\cfg-users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151376"/>
            <a:ext cx="4937760" cy="2267712"/>
          </a:xfrm>
          <a:prstGeom prst="rect">
            <a:avLst/>
          </a:prstGeom>
          <a:effectLst>
            <a:outerShdw blurRad="203200" dist="76200" dir="5400000" algn="bl" rotWithShape="0">
              <a:srgbClr val="25324D">
                <a:alpha val="30000"/>
              </a:srgbClr>
            </a:outerShdw>
          </a:effectLst>
        </p:spPr>
      </p:pic>
      <p:sp>
        <p:nvSpPr>
          <p:cNvPr id="14" name="Shape 8"/>
          <p:cNvSpPr/>
          <p:nvPr/>
        </p:nvSpPr>
        <p:spPr>
          <a:xfrm>
            <a:off x="6217920" y="649224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C282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9"/>
          <p:cNvSpPr/>
          <p:nvPr/>
        </p:nvSpPr>
        <p:spPr>
          <a:xfrm>
            <a:off x="6528816" y="64373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accès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par module (consultation/ajout/édition).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demain : le groupe, de bout en bout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AUJOURD’HUI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31456B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9808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1305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d'achat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31456B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584448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9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1305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31456B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6419088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3055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052560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31456B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9253728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21305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2980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&amp; Événements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PROCHAINEMENT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342900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dash"/>
          </a:ln>
          <a:effectLst>
            <a:outerShdw blurRad="76200" dist="25400" dir="5400000" algn="bl" rotWithShape="0">
              <a:srgbClr val="31456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7"/>
          <p:cNvSpPr/>
          <p:nvPr/>
        </p:nvSpPr>
        <p:spPr>
          <a:xfrm>
            <a:off x="804672" y="372160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3133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297180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251960" y="342900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dash"/>
          </a:ln>
          <a:effectLst>
            <a:outerShdw blurRad="76200" dist="25400" dir="5400000" algn="bl" rotWithShape="0">
              <a:srgbClr val="31456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1"/>
          <p:cNvSpPr/>
          <p:nvPr/>
        </p:nvSpPr>
        <p:spPr>
          <a:xfrm>
            <a:off x="4507992" y="372160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831336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667512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7955280" y="342900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dash"/>
          </a:ln>
          <a:effectLst>
            <a:outerShdw blurRad="76200" dist="25400" dir="5400000" algn="bl" rotWithShape="0">
              <a:srgbClr val="31456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5"/>
          <p:cNvSpPr/>
          <p:nvPr/>
        </p:nvSpPr>
        <p:spPr>
          <a:xfrm>
            <a:off x="8211312" y="372160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31336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823960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QHSE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1037844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548640" y="466344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dash"/>
          </a:ln>
          <a:effectLst>
            <a:outerShdw blurRad="76200" dist="25400" dir="5400000" algn="bl" rotWithShape="0">
              <a:srgbClr val="31456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29"/>
          <p:cNvSpPr/>
          <p:nvPr/>
        </p:nvSpPr>
        <p:spPr>
          <a:xfrm>
            <a:off x="804672" y="4956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065776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417320" y="46634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297180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4251960" y="466344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dash"/>
          </a:ln>
          <a:effectLst>
            <a:outerShdw blurRad="76200" dist="25400" dir="5400000" algn="bl" rotWithShape="0">
              <a:srgbClr val="31456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33"/>
          <p:cNvSpPr/>
          <p:nvPr/>
        </p:nvSpPr>
        <p:spPr>
          <a:xfrm>
            <a:off x="4507992" y="4956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720" y="5065776"/>
            <a:ext cx="256032" cy="25603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120640" y="46634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46" name="Text 35"/>
          <p:cNvSpPr/>
          <p:nvPr/>
        </p:nvSpPr>
        <p:spPr>
          <a:xfrm>
            <a:off x="667512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7955280" y="466344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dash"/>
          </a:ln>
          <a:effectLst>
            <a:outerShdw blurRad="76200" dist="25400" dir="5400000" algn="bl" rotWithShape="0">
              <a:srgbClr val="31456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Shape 37"/>
          <p:cNvSpPr/>
          <p:nvPr/>
        </p:nvSpPr>
        <p:spPr>
          <a:xfrm>
            <a:off x="8211312" y="4956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5065776"/>
            <a:ext cx="256032" cy="25603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8823960" y="46634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et plus</a:t>
            </a:r>
            <a:endParaRPr lang="en-US" sz="1500" dirty="0"/>
          </a:p>
        </p:txBody>
      </p:sp>
      <p:sp>
        <p:nvSpPr>
          <p:cNvPr id="51" name="Text 39"/>
          <p:cNvSpPr/>
          <p:nvPr/>
        </p:nvSpPr>
        <p:spPr>
          <a:xfrm>
            <a:off x="1037844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de workflow, les référentiels et les permissions sont déjà en place : chaque nouveau module s’y branche sans repartir de zéro.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4173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31456B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C:\Users\SiradioDIALLO\AppData\Local\Temp\claude\C--Users-SiradioDIALLO-OneDrive---barkeyconsulting-Code-Claude-erp-ccg\acbaf754-894f-4906-9ff4-d08c9bc92c7b\scratchpad\presentation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508760"/>
            <a:ext cx="1115568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346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CCG Flow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1371600" y="37033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nous bâtissons un avenir durable, performant et centré sur le client.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4480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442</Words>
  <Application>Microsoft Office PowerPoint</Application>
  <PresentationFormat>Grand écran</PresentationFormat>
  <Paragraphs>94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CCG Flow — Les modules</dc:title>
  <dc:subject>PptxGenJS Presentation</dc:subject>
  <dc:creator>CCG Flow</dc:creator>
  <cp:lastModifiedBy>Siradio DIALLO</cp:lastModifiedBy>
  <cp:revision>1</cp:revision>
  <dcterms:created xsi:type="dcterms:W3CDTF">2026-08-04T09:43:53Z</dcterms:created>
  <dcterms:modified xsi:type="dcterms:W3CDTF">2026-08-04T12:05:09Z</dcterms:modified>
</cp:coreProperties>
</file>